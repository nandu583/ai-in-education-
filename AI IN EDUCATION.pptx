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https://scanlibs.com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https://talkpal.ai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https://www.atliq.ai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https://genetica.ai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https://www.aiforteachers.ai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https://i1.rgstatic.net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https://octavius.ai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https://ai47labs.com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https://mylearnomics.com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 IN EDUCATION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scanlibs.com/wp-content/uploads/introduction-artificial-intelligence-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AI in Education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Artificial Intelligence (AI) is transforming the educational landscape by offering innovative solutions.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 technologies can personalize learning experiences based on individual student needs.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integration of AI in education aims to enhance engagement, efficiency, and learning outcomes.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talkpal.ai/wp-content/uploads/2024/05/Talkpal-learning-illustration12-1280x7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Types of AI Technologies in Education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Adaptive learning systems adjust content according to student performance and preferences.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Intelligent tutoring systems provide personalized feedback and support for learners.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AI-powered chatbots assist students and teachers by answering questions and providing resources.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atliq.ai/wp-content/uploads/2024/08/How-AI-is-Revolutionizing-Education-with-Personalized-Learning-Experiences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of AI in Education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 enables personalized learning, catering to diverse student abilities and learning styles.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automates administrative tasks, allowing educators to focus more on teaching and mentorship.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AI-driven analytics help identify at-risk students early and tailor interventions effectively.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genetica.ai/wp-content/uploads/2022/09/key-challenges-to-implementing-ai-1024x69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and Concerns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privacy and security are major concerns when implementing AI tools in educational settings.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There is a risk of increased dependency on technology, potentially affecting critical thinking skills.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Ensuring equitable access to AI resources remains a challenge across different regions and socioeconomic groups.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aiforteachers.ai/wp-content/uploads/2024/10/ai-for-teachers-tools-logo-2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 and Teacher Support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 can assist teachers in designing curriculum and assessing student progress more efficiently.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provides real-time insights into student performance, enabling timely interventions.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 tools can help reduce workload and reduce burnout among educators.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1.rgstatic.net/publication/379893281_Ethical_Considerations_and_Transparency_Addressing_Bias_in_AI_and_ML_Algorithms/links/66203c9e66ba7e2359e61051/large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Ethical Considerations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Transparency in AI algorithms is essential to maintain trust and fairness in educational decisions.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Bias in AI systems can lead to unfair treatment of certain student groups.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Ethical use of AI requires ongoing monitoring and regulation to prevent misuse and discrimination.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ctavius.ai/wp-content/uploads/2023/10/1_k4IDvhbuf0rgLkMRml3hcA-scaled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Trends in AI and Education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Continued advancements will lead to more sophisticated and intuitive AI learning environments.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Virtual and augmented reality powered by AI could create immersive educational experiences.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Collaboration between educators, AI developers, and policymakers is vital to shape effective solutions.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ai47labs.com/wp-content/uploads/2025/07/ai-marketing-success-stories-inspiring-case-studies-featur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Case Studies and Success Stories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Several schools have successfully implemented AI to improve personalized learning pathways.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AI-driven platforms have shown positive impacts on student engagement and academic achievement.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Pilot programs demonstrate the potential of AI to support inclusive education for students with special needs.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mylearnomics.com/wp-content/uploads/2025/01/revolutionize-personalized-education-with-ai-5-steps-xnq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Next Steps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AI has the potential to revolutionize education by making learning more personalized and accessible.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Addressing challenges and ethical concerns is crucial for responsible AI integration.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research, collaboration, and innovation will shape the future of AI in education.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EDUCATION</dc:title>
  <dc:subject>AI IN EDUCATION</dc:subject>
  <dc:creator>SlideMake.com</dc:creator>
  <cp:lastModifiedBy>SlideMake.com</cp:lastModifiedBy>
  <cp:revision>1</cp:revision>
  <dcterms:created xsi:type="dcterms:W3CDTF">2026-03-09T15:39:14Z</dcterms:created>
  <dcterms:modified xsi:type="dcterms:W3CDTF">2026-03-09T15:39:14Z</dcterms:modified>
</cp:coreProperties>
</file>